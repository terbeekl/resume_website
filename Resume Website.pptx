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B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6DEFC-F3B3-437E-8EB3-0D1B78A9EF0E}" v="4" dt="2026-05-21T22:33:36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0" autoAdjust="0"/>
    <p:restoredTop sz="94660"/>
  </p:normalViewPr>
  <p:slideViewPr>
    <p:cSldViewPr snapToGrid="0">
      <p:cViewPr>
        <p:scale>
          <a:sx n="75" d="100"/>
          <a:sy n="75" d="100"/>
        </p:scale>
        <p:origin x="-18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dia TerBeek" userId="3e69e04b14d478e2" providerId="LiveId" clId="{94CF2679-C777-4AA5-962E-5D96BB5BC722}"/>
    <pc:docChg chg="undo custSel addSld modSld">
      <pc:chgData name="Lydia TerBeek" userId="3e69e04b14d478e2" providerId="LiveId" clId="{94CF2679-C777-4AA5-962E-5D96BB5BC722}" dt="2026-05-21T22:03:42.720" v="663" actId="680"/>
      <pc:docMkLst>
        <pc:docMk/>
      </pc:docMkLst>
      <pc:sldChg chg="addSp modSp mod">
        <pc:chgData name="Lydia TerBeek" userId="3e69e04b14d478e2" providerId="LiveId" clId="{94CF2679-C777-4AA5-962E-5D96BB5BC722}" dt="2026-05-21T21:49:10.824" v="64" actId="1076"/>
        <pc:sldMkLst>
          <pc:docMk/>
          <pc:sldMk cId="4106527271" sldId="256"/>
        </pc:sldMkLst>
        <pc:spChg chg="mod">
          <ac:chgData name="Lydia TerBeek" userId="3e69e04b14d478e2" providerId="LiveId" clId="{94CF2679-C777-4AA5-962E-5D96BB5BC722}" dt="2026-05-21T21:48:24.895" v="62" actId="2711"/>
          <ac:spMkLst>
            <pc:docMk/>
            <pc:sldMk cId="4106527271" sldId="256"/>
            <ac:spMk id="2" creationId="{E60EDF03-EE72-1888-7E8C-D680A8E4C3E9}"/>
          </ac:spMkLst>
        </pc:spChg>
        <pc:spChg chg="mod">
          <ac:chgData name="Lydia TerBeek" userId="3e69e04b14d478e2" providerId="LiveId" clId="{94CF2679-C777-4AA5-962E-5D96BB5BC722}" dt="2026-05-21T21:49:10.824" v="64" actId="1076"/>
          <ac:spMkLst>
            <pc:docMk/>
            <pc:sldMk cId="4106527271" sldId="256"/>
            <ac:spMk id="3" creationId="{489A2FF0-9186-E9EA-6516-DDED000CD9F2}"/>
          </ac:spMkLst>
        </pc:spChg>
        <pc:picChg chg="add mod ord">
          <ac:chgData name="Lydia TerBeek" userId="3e69e04b14d478e2" providerId="LiveId" clId="{94CF2679-C777-4AA5-962E-5D96BB5BC722}" dt="2026-05-21T21:44:28.589" v="4" actId="167"/>
          <ac:picMkLst>
            <pc:docMk/>
            <pc:sldMk cId="4106527271" sldId="256"/>
            <ac:picMk id="5" creationId="{203BF457-9989-6A4E-251C-CC2CE50611F8}"/>
          </ac:picMkLst>
        </pc:picChg>
      </pc:sldChg>
      <pc:sldChg chg="addSp delSp modSp mod">
        <pc:chgData name="Lydia TerBeek" userId="3e69e04b14d478e2" providerId="LiveId" clId="{94CF2679-C777-4AA5-962E-5D96BB5BC722}" dt="2026-05-21T22:03:29.245" v="662" actId="1076"/>
        <pc:sldMkLst>
          <pc:docMk/>
          <pc:sldMk cId="1639966578" sldId="257"/>
        </pc:sldMkLst>
        <pc:spChg chg="add mod">
          <ac:chgData name="Lydia TerBeek" userId="3e69e04b14d478e2" providerId="LiveId" clId="{94CF2679-C777-4AA5-962E-5D96BB5BC722}" dt="2026-05-21T21:50:03.194" v="70" actId="403"/>
          <ac:spMkLst>
            <pc:docMk/>
            <pc:sldMk cId="1639966578" sldId="257"/>
            <ac:spMk id="2" creationId="{2BAAFCE0-0509-B977-5375-9C67F67424F9}"/>
          </ac:spMkLst>
        </pc:spChg>
        <pc:spChg chg="add del mod">
          <ac:chgData name="Lydia TerBeek" userId="3e69e04b14d478e2" providerId="LiveId" clId="{94CF2679-C777-4AA5-962E-5D96BB5BC722}" dt="2026-05-21T21:46:35.769" v="61"/>
          <ac:spMkLst>
            <pc:docMk/>
            <pc:sldMk cId="1639966578" sldId="257"/>
            <ac:spMk id="3" creationId="{ABFDB409-67BD-0C51-49AA-782E94B92D86}"/>
          </ac:spMkLst>
        </pc:spChg>
        <pc:spChg chg="add mod">
          <ac:chgData name="Lydia TerBeek" userId="3e69e04b14d478e2" providerId="LiveId" clId="{94CF2679-C777-4AA5-962E-5D96BB5BC722}" dt="2026-05-21T22:00:53.465" v="650" actId="1076"/>
          <ac:spMkLst>
            <pc:docMk/>
            <pc:sldMk cId="1639966578" sldId="257"/>
            <ac:spMk id="4" creationId="{E44D33AE-3F05-DB80-CB8A-8AEB6A70618F}"/>
          </ac:spMkLst>
        </pc:spChg>
        <pc:picChg chg="del mod">
          <ac:chgData name="Lydia TerBeek" userId="3e69e04b14d478e2" providerId="LiveId" clId="{94CF2679-C777-4AA5-962E-5D96BB5BC722}" dt="2026-05-21T21:57:57.843" v="428" actId="478"/>
          <ac:picMkLst>
            <pc:docMk/>
            <pc:sldMk cId="1639966578" sldId="257"/>
            <ac:picMk id="6" creationId="{F28724C5-BCAC-BD72-35F4-EA26BC3365B3}"/>
          </ac:picMkLst>
        </pc:picChg>
        <pc:picChg chg="add del mod ord">
          <ac:chgData name="Lydia TerBeek" userId="3e69e04b14d478e2" providerId="LiveId" clId="{94CF2679-C777-4AA5-962E-5D96BB5BC722}" dt="2026-05-21T22:03:18.533" v="657" actId="478"/>
          <ac:picMkLst>
            <pc:docMk/>
            <pc:sldMk cId="1639966578" sldId="257"/>
            <ac:picMk id="7" creationId="{4DEEECB8-ED33-7C91-1940-BD723D097F6C}"/>
          </ac:picMkLst>
        </pc:picChg>
        <pc:picChg chg="add mod">
          <ac:chgData name="Lydia TerBeek" userId="3e69e04b14d478e2" providerId="LiveId" clId="{94CF2679-C777-4AA5-962E-5D96BB5BC722}" dt="2026-05-21T22:03:29.245" v="662" actId="1076"/>
          <ac:picMkLst>
            <pc:docMk/>
            <pc:sldMk cId="1639966578" sldId="257"/>
            <ac:picMk id="9" creationId="{D62F18AE-92D6-7FD5-0359-39AAD55BA82C}"/>
          </ac:picMkLst>
        </pc:picChg>
      </pc:sldChg>
      <pc:sldChg chg="new">
        <pc:chgData name="Lydia TerBeek" userId="3e69e04b14d478e2" providerId="LiveId" clId="{94CF2679-C777-4AA5-962E-5D96BB5BC722}" dt="2026-05-21T22:03:42.720" v="663" actId="680"/>
        <pc:sldMkLst>
          <pc:docMk/>
          <pc:sldMk cId="3137398433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E575-1D11-FADF-7626-7C410B878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3CB0D-F230-3142-AB5C-9A4636C46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E5ACE-6934-68A5-4B8C-AB79AFD7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3CC0-7842-B520-1907-4AEEDB68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5296-5B68-5BF3-01C0-6EA157E0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2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BA8A-C5A5-FD33-0605-8FE812B3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6CBD-7CFD-E130-A072-FCC908C8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15EA-61B8-6FC7-01F2-E980AAFD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179EF-AD88-BADB-71E9-33123783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FE720-1234-52AA-EE30-D3119E64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4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60AA-5CE3-DA97-C052-A9BADA4D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B2CF2-9DBD-873E-A216-9ECB13270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70148-7B25-759E-933C-1A1201CA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D0F9C-E8AB-F18D-0382-1930024B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BD93F-D946-0CA7-997B-A48121DC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3D3B-EB99-DC45-C488-F75A16F2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B0350-B7C7-D67A-388F-E64680896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1B730-C5BF-BE18-7C7E-04CC48F38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3604C-333A-83CB-C2FD-ABCF11F9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52F10-14BB-405D-564E-94EA8C3E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63AE0-EB68-6B84-77B1-1950A9C8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2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91A7-7E77-598B-D222-26C18FCD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3CFCD-EB48-561C-53ED-AE0F111F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92FD3-CCCE-A3C0-77DA-EA9E6076D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B0AB4-7962-7774-321B-7F6D1201D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709C9-E8A4-C168-F75B-7EEECC5A9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14207-313C-6EFB-DB8E-E9CB8E9D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345E7-DAF5-3D7C-3311-D2BA904E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E310B-12D4-B70F-CF2E-78E2E5CF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7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DE69-9F47-C3C8-D938-249E949E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33AD39-735C-A5C5-4022-978DAA10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E9C08-266E-EC0A-BE17-F7C5953D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824A1-818A-902C-32BC-6FA07600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DB7CD-E5F2-1F83-22C8-3038466A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D555B-709C-AD8B-4666-57B62995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B3B75-5F53-9453-372D-522C60B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1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48B8-2500-2761-8A7B-16EA8E04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D2C55-F4AE-8B46-28D0-D6D338416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B0534-1477-FCFF-601B-0EEE22891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D8E3D-C3BE-BC55-D65A-8F5C3FA5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1526C-EF05-9069-DD75-6D736B5C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46C6C-07B7-F07E-9182-1BD8C3E5C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3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AF95-F42A-72BD-A288-53BF2B7A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614E2-36AB-0547-7710-594510096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1CB1C-A1E5-E0C2-CF20-4BFBEACD4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45D3-C90C-2460-C91E-19594D76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88D91-D5C3-DFB7-FEDE-F584CAF0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79CAF-B816-424E-5C39-0E3DADFD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9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6CEC-0B56-E704-32D9-531B258E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D7DE0-4C28-4491-643E-2E798C850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09341-AD0B-EDD0-84A7-C0753448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E2C66-C7E3-4174-8673-340C2719C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5E0D2-9EB2-6684-716A-0B2E4BBC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9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B7435-4FBA-3BD4-6DC5-0FBC41EB8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038E3-084F-D2E4-323B-9E857DBD2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B132-59F3-3772-9343-427A8849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378FE-2314-A3BF-72A5-E2922746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5E91-4869-DEC0-6014-D6FDBE1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6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E6A14-D654-597C-1292-DE6EFD0F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01659-4E91-1D1F-147B-CB4B88D0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F4063-1F75-A9D3-568E-5336715F2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6061-C235-4E25-87F0-5E0F9FF0460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F6AFF-DD8D-DAC3-7540-CE077242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02632-691B-1FAF-B1C4-EE0E4866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2FFC0-58F6-4754-9B69-53E005FAD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3BF457-9989-6A4E-251C-CC2CE5061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86" y="227870"/>
            <a:ext cx="11534228" cy="64022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EDF03-EE72-1888-7E8C-D680A8E4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00" y="1189039"/>
            <a:ext cx="3429000" cy="1655762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Kermit Extrabold" panose="020F0502020204030204" pitchFamily="34" charset="0"/>
              </a:rPr>
              <a:t>Resume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A2FF0-9186-E9EA-6516-DDED000CD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4950" y="3096419"/>
            <a:ext cx="2654300" cy="4111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latin typeface="Kermit Extrabold" panose="020F0503040000060003" pitchFamily="34" charset="0"/>
              </a:rPr>
              <a:t>Lydia TerBeek</a:t>
            </a:r>
          </a:p>
        </p:txBody>
      </p:sp>
    </p:spTree>
    <p:extLst>
      <p:ext uri="{BB962C8B-B14F-4D97-AF65-F5344CB8AC3E}">
        <p14:creationId xmlns:p14="http://schemas.microsoft.com/office/powerpoint/2010/main" val="410652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9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AAFCE0-0509-B977-5375-9C67F67424F9}"/>
              </a:ext>
            </a:extLst>
          </p:cNvPr>
          <p:cNvSpPr txBox="1"/>
          <p:nvPr/>
        </p:nvSpPr>
        <p:spPr>
          <a:xfrm>
            <a:off x="787399" y="772124"/>
            <a:ext cx="4762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Kermit Extrabold" panose="020F0503040000060003" pitchFamily="34" charset="0"/>
              </a:rPr>
              <a:t>Wireframe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D33AE-3F05-DB80-CB8A-8AEB6A70618F}"/>
              </a:ext>
            </a:extLst>
          </p:cNvPr>
          <p:cNvSpPr txBox="1"/>
          <p:nvPr/>
        </p:nvSpPr>
        <p:spPr>
          <a:xfrm>
            <a:off x="154003" y="1779687"/>
            <a:ext cx="57744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Home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Cutesy navigation – still image with selectable things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Spotify API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Kermit Condensed" panose="020F0502020204030204" pitchFamily="34" charset="0"/>
              </a:rPr>
              <a:t>Spinitron</a:t>
            </a: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 API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Connect with me! Email, </a:t>
            </a:r>
            <a:r>
              <a:rPr lang="en-US" dirty="0" err="1">
                <a:solidFill>
                  <a:schemeClr val="bg1"/>
                </a:solidFill>
                <a:latin typeface="Kermit Condensed" panose="020F0502020204030204" pitchFamily="34" charset="0"/>
              </a:rPr>
              <a:t>github</a:t>
            </a: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, Instagram (?)</a:t>
            </a:r>
          </a:p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Official Resume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My official Resume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Resume information expanded upon and professionally formatted</a:t>
            </a:r>
          </a:p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Projects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Computer Science Projects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Graphic Design adventures</a:t>
            </a:r>
          </a:p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Spitball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Small business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DJ Things</a:t>
            </a:r>
          </a:p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About</a:t>
            </a:r>
          </a:p>
          <a:p>
            <a:r>
              <a:rPr lang="en-US" dirty="0">
                <a:solidFill>
                  <a:schemeClr val="bg1"/>
                </a:solidFill>
                <a:latin typeface="Kermit Condensed" panose="020F0502020204030204" pitchFamily="34" charset="0"/>
              </a:rPr>
              <a:t>- Bio, FAQs, Contact (again)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Kermit Condensed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Kermit Condensed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2F18AE-92D6-7FD5-0359-39AAD55BA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72124"/>
            <a:ext cx="6022092" cy="555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6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39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62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Kermit Condensed</vt:lpstr>
      <vt:lpstr>Kermit Extrabold</vt:lpstr>
      <vt:lpstr>Office Theme</vt:lpstr>
      <vt:lpstr>Resume Website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Lydia TerBeek</dc:creator>
  <cp:lastModifiedBy>Lydia TerBeek</cp:lastModifiedBy>
  <cp:revision>1</cp:revision>
  <dcterms:created xsi:type="dcterms:W3CDTF">2026-05-21T21:16:45Z</dcterms:created>
  <dcterms:modified xsi:type="dcterms:W3CDTF">2026-05-21T22:33:44Z</dcterms:modified>
</cp:coreProperties>
</file>